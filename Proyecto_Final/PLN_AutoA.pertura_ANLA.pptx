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96" r:id="rId3"/>
    <p:sldId id="292" r:id="rId4"/>
    <p:sldId id="297" r:id="rId5"/>
    <p:sldId id="291" r:id="rId6"/>
    <p:sldId id="277" r:id="rId7"/>
  </p:sldIdLst>
  <p:sldSz cx="12192000" cy="6858000"/>
  <p:notesSz cx="6858000" cy="9144000"/>
  <p:embeddedFontLst>
    <p:embeddedFont>
      <p:font typeface="Titillium Web" panose="000005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hMc0is2z/NlDJ796zYrAnYxLjF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DB0A69-7A73-412F-BD8C-9FDC3DD1D41D}" v="12" dt="2026-05-29T22:21:53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36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waldo Salgado Gómez" userId="c6354094db5e884e" providerId="LiveId" clId="{D62C638F-4124-43FE-9CB4-EFE9F01F8177}"/>
    <pc:docChg chg="undo custSel addSld delSld modSld">
      <pc:chgData name="Oswaldo Salgado Gómez" userId="c6354094db5e884e" providerId="LiveId" clId="{D62C638F-4124-43FE-9CB4-EFE9F01F8177}" dt="2026-05-29T22:22:09.107" v="262" actId="14100"/>
      <pc:docMkLst>
        <pc:docMk/>
      </pc:docMkLst>
      <pc:sldChg chg="modSp mod">
        <pc:chgData name="Oswaldo Salgado Gómez" userId="c6354094db5e884e" providerId="LiveId" clId="{D62C638F-4124-43FE-9CB4-EFE9F01F8177}" dt="2026-05-29T20:22:55.270" v="254" actId="1035"/>
        <pc:sldMkLst>
          <pc:docMk/>
          <pc:sldMk cId="0" sldId="256"/>
        </pc:sldMkLst>
        <pc:spChg chg="mod">
          <ac:chgData name="Oswaldo Salgado Gómez" userId="c6354094db5e884e" providerId="LiveId" clId="{D62C638F-4124-43FE-9CB4-EFE9F01F8177}" dt="2026-05-29T20:22:55.270" v="254" actId="1035"/>
          <ac:spMkLst>
            <pc:docMk/>
            <pc:sldMk cId="0" sldId="256"/>
            <ac:spMk id="50" creationId="{00000000-0000-0000-0000-000000000000}"/>
          </ac:spMkLst>
        </pc:spChg>
        <pc:spChg chg="mod">
          <ac:chgData name="Oswaldo Salgado Gómez" userId="c6354094db5e884e" providerId="LiveId" clId="{D62C638F-4124-43FE-9CB4-EFE9F01F8177}" dt="2026-05-29T20:22:55.270" v="254" actId="1035"/>
          <ac:spMkLst>
            <pc:docMk/>
            <pc:sldMk cId="0" sldId="256"/>
            <ac:spMk id="51" creationId="{00000000-0000-0000-0000-000000000000}"/>
          </ac:spMkLst>
        </pc:spChg>
      </pc:sldChg>
      <pc:sldChg chg="del">
        <pc:chgData name="Oswaldo Salgado Gómez" userId="c6354094db5e884e" providerId="LiveId" clId="{D62C638F-4124-43FE-9CB4-EFE9F01F8177}" dt="2026-05-28T20:13:43.447" v="44" actId="47"/>
        <pc:sldMkLst>
          <pc:docMk/>
          <pc:sldMk cId="0" sldId="257"/>
        </pc:sldMkLst>
      </pc:sldChg>
      <pc:sldChg chg="del">
        <pc:chgData name="Oswaldo Salgado Gómez" userId="c6354094db5e884e" providerId="LiveId" clId="{D62C638F-4124-43FE-9CB4-EFE9F01F8177}" dt="2026-05-28T20:09:02.233" v="35" actId="47"/>
        <pc:sldMkLst>
          <pc:docMk/>
          <pc:sldMk cId="0" sldId="258"/>
        </pc:sldMkLst>
      </pc:sldChg>
      <pc:sldChg chg="del">
        <pc:chgData name="Oswaldo Salgado Gómez" userId="c6354094db5e884e" providerId="LiveId" clId="{D62C638F-4124-43FE-9CB4-EFE9F01F8177}" dt="2026-05-28T20:09:12.229" v="37" actId="47"/>
        <pc:sldMkLst>
          <pc:docMk/>
          <pc:sldMk cId="0" sldId="259"/>
        </pc:sldMkLst>
      </pc:sldChg>
      <pc:sldChg chg="del">
        <pc:chgData name="Oswaldo Salgado Gómez" userId="c6354094db5e884e" providerId="LiveId" clId="{D62C638F-4124-43FE-9CB4-EFE9F01F8177}" dt="2026-05-28T20:09:07.972" v="36" actId="47"/>
        <pc:sldMkLst>
          <pc:docMk/>
          <pc:sldMk cId="2377234251" sldId="278"/>
        </pc:sldMkLst>
      </pc:sldChg>
      <pc:sldChg chg="del">
        <pc:chgData name="Oswaldo Salgado Gómez" userId="c6354094db5e884e" providerId="LiveId" clId="{D62C638F-4124-43FE-9CB4-EFE9F01F8177}" dt="2026-05-28T20:09:15.588" v="38" actId="47"/>
        <pc:sldMkLst>
          <pc:docMk/>
          <pc:sldMk cId="1081950342" sldId="279"/>
        </pc:sldMkLst>
      </pc:sldChg>
      <pc:sldChg chg="del">
        <pc:chgData name="Oswaldo Salgado Gómez" userId="c6354094db5e884e" providerId="LiveId" clId="{D62C638F-4124-43FE-9CB4-EFE9F01F8177}" dt="2026-05-28T20:09:16.166" v="39" actId="47"/>
        <pc:sldMkLst>
          <pc:docMk/>
          <pc:sldMk cId="3859085738" sldId="282"/>
        </pc:sldMkLst>
      </pc:sldChg>
      <pc:sldChg chg="del">
        <pc:chgData name="Oswaldo Salgado Gómez" userId="c6354094db5e884e" providerId="LiveId" clId="{D62C638F-4124-43FE-9CB4-EFE9F01F8177}" dt="2026-05-28T20:09:16.675" v="40" actId="47"/>
        <pc:sldMkLst>
          <pc:docMk/>
          <pc:sldMk cId="2701967854" sldId="284"/>
        </pc:sldMkLst>
      </pc:sldChg>
      <pc:sldChg chg="del">
        <pc:chgData name="Oswaldo Salgado Gómez" userId="c6354094db5e884e" providerId="LiveId" clId="{D62C638F-4124-43FE-9CB4-EFE9F01F8177}" dt="2026-05-28T20:09:17.140" v="41" actId="47"/>
        <pc:sldMkLst>
          <pc:docMk/>
          <pc:sldMk cId="257334026" sldId="286"/>
        </pc:sldMkLst>
      </pc:sldChg>
      <pc:sldChg chg="del">
        <pc:chgData name="Oswaldo Salgado Gómez" userId="c6354094db5e884e" providerId="LiveId" clId="{D62C638F-4124-43FE-9CB4-EFE9F01F8177}" dt="2026-05-28T20:09:18.178" v="43" actId="47"/>
        <pc:sldMkLst>
          <pc:docMk/>
          <pc:sldMk cId="3616237925" sldId="288"/>
        </pc:sldMkLst>
      </pc:sldChg>
      <pc:sldChg chg="addSp delSp modSp mod">
        <pc:chgData name="Oswaldo Salgado Gómez" userId="c6354094db5e884e" providerId="LiveId" clId="{D62C638F-4124-43FE-9CB4-EFE9F01F8177}" dt="2026-05-29T22:22:09.107" v="262" actId="14100"/>
        <pc:sldMkLst>
          <pc:docMk/>
          <pc:sldMk cId="652663612" sldId="291"/>
        </pc:sldMkLst>
        <pc:spChg chg="add del">
          <ac:chgData name="Oswaldo Salgado Gómez" userId="c6354094db5e884e" providerId="LiveId" clId="{D62C638F-4124-43FE-9CB4-EFE9F01F8177}" dt="2026-05-29T22:21:53.703" v="257" actId="478"/>
          <ac:spMkLst>
            <pc:docMk/>
            <pc:sldMk cId="652663612" sldId="291"/>
            <ac:spMk id="2" creationId="{CFAEB3F6-9CF9-7971-4E95-D8C2B172BED3}"/>
          </ac:spMkLst>
        </pc:spChg>
        <pc:spChg chg="del">
          <ac:chgData name="Oswaldo Salgado Gómez" userId="c6354094db5e884e" providerId="LiveId" clId="{D62C638F-4124-43FE-9CB4-EFE9F01F8177}" dt="2026-05-28T21:52:04.566" v="136" actId="478"/>
          <ac:spMkLst>
            <pc:docMk/>
            <pc:sldMk cId="652663612" sldId="291"/>
            <ac:spMk id="2" creationId="{DBF2CD9B-D4B1-7291-AA3A-C448E739EC0E}"/>
          </ac:spMkLst>
        </pc:spChg>
        <pc:spChg chg="add del mod">
          <ac:chgData name="Oswaldo Salgado Gómez" userId="c6354094db5e884e" providerId="LiveId" clId="{D62C638F-4124-43FE-9CB4-EFE9F01F8177}" dt="2026-05-28T21:54:29.431" v="205" actId="478"/>
          <ac:spMkLst>
            <pc:docMk/>
            <pc:sldMk cId="652663612" sldId="291"/>
            <ac:spMk id="6" creationId="{1EE81723-D296-42B8-DBBF-4702DE5CDE31}"/>
          </ac:spMkLst>
        </pc:spChg>
        <pc:spChg chg="add mod">
          <ac:chgData name="Oswaldo Salgado Gómez" userId="c6354094db5e884e" providerId="LiveId" clId="{D62C638F-4124-43FE-9CB4-EFE9F01F8177}" dt="2026-05-28T21:54:48.527" v="215" actId="1076"/>
          <ac:spMkLst>
            <pc:docMk/>
            <pc:sldMk cId="652663612" sldId="291"/>
            <ac:spMk id="7" creationId="{1A16C8D9-EF23-00C3-CFCD-C59739DC4C77}"/>
          </ac:spMkLst>
        </pc:spChg>
        <pc:picChg chg="add del mod">
          <ac:chgData name="Oswaldo Salgado Gómez" userId="c6354094db5e884e" providerId="LiveId" clId="{D62C638F-4124-43FE-9CB4-EFE9F01F8177}" dt="2026-05-29T22:21:46.173" v="255" actId="478"/>
          <ac:picMkLst>
            <pc:docMk/>
            <pc:sldMk cId="652663612" sldId="291"/>
            <ac:picMk id="4" creationId="{6673A11F-2194-6DE4-80FD-0B2BBA7FB0DD}"/>
          </ac:picMkLst>
        </pc:picChg>
        <pc:picChg chg="del">
          <ac:chgData name="Oswaldo Salgado Gómez" userId="c6354094db5e884e" providerId="LiveId" clId="{D62C638F-4124-43FE-9CB4-EFE9F01F8177}" dt="2026-05-28T21:03:31.957" v="135" actId="478"/>
          <ac:picMkLst>
            <pc:docMk/>
            <pc:sldMk cId="652663612" sldId="291"/>
            <ac:picMk id="5" creationId="{9107A2D8-A7D8-53E4-0A64-7FA08FC89240}"/>
          </ac:picMkLst>
        </pc:picChg>
        <pc:picChg chg="add mod">
          <ac:chgData name="Oswaldo Salgado Gómez" userId="c6354094db5e884e" providerId="LiveId" clId="{D62C638F-4124-43FE-9CB4-EFE9F01F8177}" dt="2026-05-29T22:22:09.107" v="262" actId="14100"/>
          <ac:picMkLst>
            <pc:docMk/>
            <pc:sldMk cId="652663612" sldId="291"/>
            <ac:picMk id="5" creationId="{B6214F11-35D1-0DEB-1CD2-C7D45A82708D}"/>
          </ac:picMkLst>
        </pc:picChg>
      </pc:sldChg>
      <pc:sldChg chg="addSp delSp modSp mod">
        <pc:chgData name="Oswaldo Salgado Gómez" userId="c6354094db5e884e" providerId="LiveId" clId="{D62C638F-4124-43FE-9CB4-EFE9F01F8177}" dt="2026-05-28T22:48:09.588" v="232" actId="478"/>
        <pc:sldMkLst>
          <pc:docMk/>
          <pc:sldMk cId="2020237974" sldId="292"/>
        </pc:sldMkLst>
        <pc:spChg chg="add del">
          <ac:chgData name="Oswaldo Salgado Gómez" userId="c6354094db5e884e" providerId="LiveId" clId="{D62C638F-4124-43FE-9CB4-EFE9F01F8177}" dt="2026-05-28T21:02:47.902" v="132" actId="478"/>
          <ac:spMkLst>
            <pc:docMk/>
            <pc:sldMk cId="2020237974" sldId="292"/>
            <ac:spMk id="4" creationId="{775BE857-197E-6965-75C2-AD534065C5E9}"/>
          </ac:spMkLst>
        </pc:spChg>
        <pc:spChg chg="add del mod">
          <ac:chgData name="Oswaldo Salgado Gómez" userId="c6354094db5e884e" providerId="LiveId" clId="{D62C638F-4124-43FE-9CB4-EFE9F01F8177}" dt="2026-05-28T22:48:09.588" v="232" actId="478"/>
          <ac:spMkLst>
            <pc:docMk/>
            <pc:sldMk cId="2020237974" sldId="292"/>
            <ac:spMk id="7" creationId="{C84050C6-F04C-1512-0CA7-A99D1D60264F}"/>
          </ac:spMkLst>
        </pc:spChg>
        <pc:picChg chg="add del mod">
          <ac:chgData name="Oswaldo Salgado Gómez" userId="c6354094db5e884e" providerId="LiveId" clId="{D62C638F-4124-43FE-9CB4-EFE9F01F8177}" dt="2026-05-28T20:57:14.494" v="128" actId="22"/>
          <ac:picMkLst>
            <pc:docMk/>
            <pc:sldMk cId="2020237974" sldId="292"/>
            <ac:picMk id="3" creationId="{F9739D65-B743-A057-BFB7-73FD89630A8B}"/>
          </ac:picMkLst>
        </pc:picChg>
        <pc:picChg chg="add mod">
          <ac:chgData name="Oswaldo Salgado Gómez" userId="c6354094db5e884e" providerId="LiveId" clId="{D62C638F-4124-43FE-9CB4-EFE9F01F8177}" dt="2026-05-28T21:02:54.707" v="134" actId="1076"/>
          <ac:picMkLst>
            <pc:docMk/>
            <pc:sldMk cId="2020237974" sldId="292"/>
            <ac:picMk id="6" creationId="{2F417F0D-1834-DDDB-43FB-4C449C612C29}"/>
          </ac:picMkLst>
        </pc:picChg>
        <pc:picChg chg="add del">
          <ac:chgData name="Oswaldo Salgado Gómez" userId="c6354094db5e884e" providerId="LiveId" clId="{D62C638F-4124-43FE-9CB4-EFE9F01F8177}" dt="2026-05-28T21:02:44.646" v="131" actId="478"/>
          <ac:picMkLst>
            <pc:docMk/>
            <pc:sldMk cId="2020237974" sldId="292"/>
            <ac:picMk id="8" creationId="{9A14D4F5-E49B-6928-364C-189DBDA0B66F}"/>
          </ac:picMkLst>
        </pc:picChg>
      </pc:sldChg>
      <pc:sldChg chg="del">
        <pc:chgData name="Oswaldo Salgado Gómez" userId="c6354094db5e884e" providerId="LiveId" clId="{D62C638F-4124-43FE-9CB4-EFE9F01F8177}" dt="2026-05-28T20:09:17.638" v="42" actId="47"/>
        <pc:sldMkLst>
          <pc:docMk/>
          <pc:sldMk cId="2149153917" sldId="293"/>
        </pc:sldMkLst>
      </pc:sldChg>
      <pc:sldChg chg="addSp delSp modSp add mod">
        <pc:chgData name="Oswaldo Salgado Gómez" userId="c6354094db5e884e" providerId="LiveId" clId="{D62C638F-4124-43FE-9CB4-EFE9F01F8177}" dt="2026-05-28T22:03:08.116" v="231" actId="732"/>
        <pc:sldMkLst>
          <pc:docMk/>
          <pc:sldMk cId="724025349" sldId="297"/>
        </pc:sldMkLst>
        <pc:spChg chg="del">
          <ac:chgData name="Oswaldo Salgado Gómez" userId="c6354094db5e884e" providerId="LiveId" clId="{D62C638F-4124-43FE-9CB4-EFE9F01F8177}" dt="2026-05-28T20:14:07.498" v="47" actId="478"/>
          <ac:spMkLst>
            <pc:docMk/>
            <pc:sldMk cId="724025349" sldId="297"/>
            <ac:spMk id="4" creationId="{0AADD7FA-8878-5A5D-9A9C-12E589E564A7}"/>
          </ac:spMkLst>
        </pc:spChg>
        <pc:picChg chg="add del mod">
          <ac:chgData name="Oswaldo Salgado Gómez" userId="c6354094db5e884e" providerId="LiveId" clId="{D62C638F-4124-43FE-9CB4-EFE9F01F8177}" dt="2026-05-28T22:02:23.483" v="223" actId="478"/>
          <ac:picMkLst>
            <pc:docMk/>
            <pc:sldMk cId="724025349" sldId="297"/>
            <ac:picMk id="3" creationId="{9A782C31-B256-5E98-4B22-468DE9FED007}"/>
          </ac:picMkLst>
        </pc:picChg>
        <pc:picChg chg="add del mod">
          <ac:chgData name="Oswaldo Salgado Gómez" userId="c6354094db5e884e" providerId="LiveId" clId="{D62C638F-4124-43FE-9CB4-EFE9F01F8177}" dt="2026-05-28T22:02:24.315" v="225" actId="478"/>
          <ac:picMkLst>
            <pc:docMk/>
            <pc:sldMk cId="724025349" sldId="297"/>
            <ac:picMk id="4" creationId="{5B78C9DF-5632-FE41-EACC-8723E6121EF8}"/>
          </ac:picMkLst>
        </pc:picChg>
        <pc:picChg chg="add mod modCrop">
          <ac:chgData name="Oswaldo Salgado Gómez" userId="c6354094db5e884e" providerId="LiveId" clId="{D62C638F-4124-43FE-9CB4-EFE9F01F8177}" dt="2026-05-28T22:03:08.116" v="231" actId="732"/>
          <ac:picMkLst>
            <pc:docMk/>
            <pc:sldMk cId="724025349" sldId="297"/>
            <ac:picMk id="6" creationId="{583395AD-363F-A761-359A-EFDB87A21791}"/>
          </ac:picMkLst>
        </pc:picChg>
        <pc:picChg chg="del">
          <ac:chgData name="Oswaldo Salgado Gómez" userId="c6354094db5e884e" providerId="LiveId" clId="{D62C638F-4124-43FE-9CB4-EFE9F01F8177}" dt="2026-05-28T20:14:04.514" v="46" actId="478"/>
          <ac:picMkLst>
            <pc:docMk/>
            <pc:sldMk cId="724025349" sldId="297"/>
            <ac:picMk id="8" creationId="{DC6C0610-41A3-EE8E-3483-B7BFFCC944C3}"/>
          </ac:picMkLst>
        </pc:picChg>
      </pc:sldChg>
      <pc:sldMasterChg chg="delSldLayout">
        <pc:chgData name="Oswaldo Salgado Gómez" userId="c6354094db5e884e" providerId="LiveId" clId="{D62C638F-4124-43FE-9CB4-EFE9F01F8177}" dt="2026-05-28T20:13:43.447" v="44" actId="47"/>
        <pc:sldMasterMkLst>
          <pc:docMk/>
          <pc:sldMasterMk cId="0" sldId="2147483648"/>
        </pc:sldMasterMkLst>
        <pc:sldLayoutChg chg="del">
          <pc:chgData name="Oswaldo Salgado Gómez" userId="c6354094db5e884e" providerId="LiveId" clId="{D62C638F-4124-43FE-9CB4-EFE9F01F8177}" dt="2026-05-28T20:09:15.588" v="38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Oswaldo Salgado Gómez" userId="c6354094db5e884e" providerId="LiveId" clId="{D62C638F-4124-43FE-9CB4-EFE9F01F8177}" dt="2026-05-28T20:13:43.447" v="44" actId="4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4226CA0-5F3D-E14E-1046-89A5A5A9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82bdbc639_0_4:notes">
            <a:extLst>
              <a:ext uri="{FF2B5EF4-FFF2-40B4-BE49-F238E27FC236}">
                <a16:creationId xmlns:a16="http://schemas.microsoft.com/office/drawing/2014/main" id="{E30FC3F3-B851-B7C3-A7B9-7F640F931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082bdbc639_0_4:notes">
            <a:extLst>
              <a:ext uri="{FF2B5EF4-FFF2-40B4-BE49-F238E27FC236}">
                <a16:creationId xmlns:a16="http://schemas.microsoft.com/office/drawing/2014/main" id="{98B38D81-5A6E-37F8-7FCC-94062A7D79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8581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845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6808304" y="1122363"/>
            <a:ext cx="471114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tillium Web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ubTitle" idx="1"/>
          </p:nvPr>
        </p:nvSpPr>
        <p:spPr>
          <a:xfrm>
            <a:off x="6808303" y="3602038"/>
            <a:ext cx="471114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1"/>
          <p:cNvPicPr preferRelativeResize="0"/>
          <p:nvPr/>
        </p:nvPicPr>
        <p:blipFill rotWithShape="1">
          <a:blip r:embed="rId2">
            <a:alphaModFix/>
          </a:blip>
          <a:srcRect t="47022"/>
          <a:stretch/>
        </p:blipFill>
        <p:spPr>
          <a:xfrm>
            <a:off x="-1" y="6107733"/>
            <a:ext cx="12201939" cy="75026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itillium Web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pic>
        <p:nvPicPr>
          <p:cNvPr id="37" name="Google Shape;37;p11"/>
          <p:cNvPicPr preferRelativeResize="0"/>
          <p:nvPr/>
        </p:nvPicPr>
        <p:blipFill rotWithShape="1">
          <a:blip r:embed="rId3">
            <a:alphaModFix/>
          </a:blip>
          <a:srcRect r="44911"/>
          <a:stretch/>
        </p:blipFill>
        <p:spPr>
          <a:xfrm>
            <a:off x="1" y="6034544"/>
            <a:ext cx="2210540" cy="8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itillium Web"/>
              <a:buNone/>
              <a:defRPr sz="3400" b="1" i="0" u="none" strike="noStrike" cap="non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>
            <a:spLocks noGrp="1"/>
          </p:cNvSpPr>
          <p:nvPr>
            <p:ph type="ctrTitle"/>
          </p:nvPr>
        </p:nvSpPr>
        <p:spPr>
          <a:xfrm>
            <a:off x="6808304" y="537147"/>
            <a:ext cx="471114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tillium Web"/>
              <a:buNone/>
            </a:pPr>
            <a:r>
              <a:rPr lang="es-CO" sz="4300" dirty="0">
                <a:solidFill>
                  <a:schemeClr val="bg1"/>
                </a:solidFill>
              </a:rPr>
              <a:t>Maestría Analítica de Datos</a:t>
            </a:r>
            <a:r>
              <a:rPr lang="es-CO" sz="4300" dirty="0">
                <a:solidFill>
                  <a:schemeClr val="tx1"/>
                </a:solidFill>
              </a:rPr>
              <a:t>.</a:t>
            </a:r>
            <a:endParaRPr sz="4300" dirty="0">
              <a:solidFill>
                <a:schemeClr val="tx1"/>
              </a:solidFill>
            </a:endParaRPr>
          </a:p>
        </p:txBody>
      </p:sp>
      <p:sp>
        <p:nvSpPr>
          <p:cNvPr id="51" name="Google Shape;51;p1"/>
          <p:cNvSpPr txBox="1">
            <a:spLocks noGrp="1"/>
          </p:cNvSpPr>
          <p:nvPr>
            <p:ph type="subTitle" idx="1"/>
          </p:nvPr>
        </p:nvSpPr>
        <p:spPr>
          <a:xfrm>
            <a:off x="6263641" y="3016822"/>
            <a:ext cx="525581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O" dirty="0"/>
              <a:t>Aplicación de PLN en el análisis del régimen sancionatorio ambiental en la industria de Hidrocarburos en Colombia</a:t>
            </a: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8053" y="5266944"/>
            <a:ext cx="5487164" cy="112603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 txBox="1">
            <a:spLocks noGrp="1"/>
          </p:cNvSpPr>
          <p:nvPr>
            <p:ph type="title" idx="4294967295"/>
          </p:nvPr>
        </p:nvSpPr>
        <p:spPr>
          <a:xfrm>
            <a:off x="6808300" y="4819650"/>
            <a:ext cx="44577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tillium Web"/>
              <a:buNone/>
            </a:pPr>
            <a:r>
              <a:rPr lang="es-CO" sz="3000" dirty="0">
                <a:solidFill>
                  <a:schemeClr val="tx1"/>
                </a:solidFill>
              </a:rPr>
              <a:t>2026</a:t>
            </a:r>
            <a:endParaRPr sz="2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80869DC-ACD2-9A77-A121-15B021F9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Imagen generada: Desafíos en gestión de información y recursos">
            <a:extLst>
              <a:ext uri="{FF2B5EF4-FFF2-40B4-BE49-F238E27FC236}">
                <a16:creationId xmlns:a16="http://schemas.microsoft.com/office/drawing/2014/main" id="{22E58DBA-35AE-C636-36C2-F9DBEE1D8B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7" name="AutoShape 4" descr="Imagen generada: Desafíos en gestión de información y recursos">
            <a:extLst>
              <a:ext uri="{FF2B5EF4-FFF2-40B4-BE49-F238E27FC236}">
                <a16:creationId xmlns:a16="http://schemas.microsoft.com/office/drawing/2014/main" id="{D2D57847-E509-6BCD-F0CF-519A3138A1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8" name="AutoShape 6" descr="Imagen generada: Desafíos en gestión de información y recursos">
            <a:extLst>
              <a:ext uri="{FF2B5EF4-FFF2-40B4-BE49-F238E27FC236}">
                <a16:creationId xmlns:a16="http://schemas.microsoft.com/office/drawing/2014/main" id="{1423CEBA-0BB3-9473-1B3C-5399B6112E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674914"/>
            <a:ext cx="3211286" cy="321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96F531-8EFB-5716-99F6-0CFD6009A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20416" cy="609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220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417F0D-1834-DDDB-43FB-4C449C612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3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23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DF598-72E4-84BC-F3D1-8C2610BE8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3395AD-363F-A761-359A-EFDB87A217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2" b="1323"/>
          <a:stretch>
            <a:fillRect/>
          </a:stretch>
        </p:blipFill>
        <p:spPr>
          <a:xfrm>
            <a:off x="1748028" y="64008"/>
            <a:ext cx="9215628" cy="599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25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16C8D9-EF23-00C3-CFCD-C59739DC4C77}"/>
              </a:ext>
            </a:extLst>
          </p:cNvPr>
          <p:cNvSpPr txBox="1"/>
          <p:nvPr/>
        </p:nvSpPr>
        <p:spPr>
          <a:xfrm>
            <a:off x="56388" y="2993654"/>
            <a:ext cx="2606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002060"/>
                </a:solidFill>
              </a:rPr>
              <a:t>Conclusiones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14F11-35D1-0DEB-1CD2-C7D45A827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-21336"/>
            <a:ext cx="9191244" cy="612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63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850" y="2190750"/>
            <a:ext cx="59563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2418" y="210312"/>
            <a:ext cx="5487164" cy="1126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7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3259A0"/>
      </a:accent1>
      <a:accent2>
        <a:srgbClr val="4472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1896</TotalTime>
  <Words>24</Words>
  <Application>Microsoft Office PowerPoint</Application>
  <PresentationFormat>Widescreen</PresentationFormat>
  <Paragraphs>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Titillium Web</vt:lpstr>
      <vt:lpstr>Arial</vt:lpstr>
      <vt:lpstr>Tema de Office</vt:lpstr>
      <vt:lpstr>Maestría Analítica de Datos.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Oswaldo Salgado Gómez</cp:lastModifiedBy>
  <cp:revision>6</cp:revision>
  <dcterms:created xsi:type="dcterms:W3CDTF">2024-01-22T20:11:52Z</dcterms:created>
  <dcterms:modified xsi:type="dcterms:W3CDTF">2026-05-29T22:22:15Z</dcterms:modified>
</cp:coreProperties>
</file>